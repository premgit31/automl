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models improve healthcare diagnostics and automate repetitive tasks.</a:t>
            </a:r>
          </a:p>
          <a:p>
            <a:r>
              <a:t>AI models improve healthcare diagnostics and automate repetitive tasks.</a:t>
            </a:r>
          </a:p>
          <a:p>
            <a:r>
              <a:t>AI models improve healthcare diagnostics and automate repetitive tasks.</a:t>
            </a:r>
          </a:p>
          <a:p>
            <a:r>
              <a:t>AI models improve healthcare diagnostics and automate repetitive tasks.</a:t>
            </a:r>
          </a:p>
          <a:p>
            <a:r>
              <a:t>AI models improve healthcare diagnostics and automate repetitive tasks.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markets reacted to interest rate expectations and earnings reports.</a:t>
            </a:r>
          </a:p>
          <a:p>
            <a:r>
              <a:t>Stock markets reacted to interest rate expectations and earnings reports.</a:t>
            </a:r>
          </a:p>
          <a:p>
            <a:r>
              <a:t>Stock markets reacted to interest rate expectations and earnings reports.</a:t>
            </a:r>
          </a:p>
          <a:p>
            <a:r>
              <a:t>Stock markets reacted to interest rate expectations and earnings reports.</a:t>
            </a:r>
          </a:p>
          <a:p>
            <a:r>
              <a:t>Stock markets reacted to interest rate expectations and earnings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home team secured a dramatic victory after extra time.</a:t>
            </a:r>
          </a:p>
          <a:p>
            <a:r>
              <a:t>The home team secured a dramatic victory after extra time.</a:t>
            </a:r>
          </a:p>
          <a:p>
            <a:r>
              <a:t>The home team secured a dramatic victory after extra time.</a:t>
            </a:r>
          </a:p>
          <a:p>
            <a:r>
              <a:t>The home team secured a dramatic victory after extra time.</a:t>
            </a:r>
          </a:p>
          <a:p>
            <a:r>
              <a:t>The home team secured a dramatic victory after extra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Researchers discussed renewable energy and carbon capture initiatives.</a:t>
            </a:r>
          </a:p>
          <a:p>
            <a:r>
              <a:t>Researchers discussed renewable energy and carbon capture initiatives.</a:t>
            </a:r>
          </a:p>
          <a:p>
            <a:r>
              <a:t>Researchers discussed renewable energy and carbon capture initiatives.</a:t>
            </a:r>
          </a:p>
          <a:p>
            <a:r>
              <a:t>Researchers discussed renewable energy and carbon capture initiatives.</a:t>
            </a:r>
          </a:p>
          <a:p>
            <a:r>
              <a:t>Researchers discussed renewable energy and carbon capture initiatives.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Visitors praised local cuisine, beaches, museums and public transport.</a:t>
            </a:r>
          </a:p>
          <a:p>
            <a:r>
              <a:t>Visitors praised local cuisine, beaches, museums and public transport.</a:t>
            </a:r>
          </a:p>
          <a:p>
            <a:r>
              <a:t>Visitors praised local cuisine, beaches, museums and public transport.</a:t>
            </a:r>
          </a:p>
          <a:p>
            <a:r>
              <a:t>Visitors praised local cuisine, beaches, museums and public transport.</a:t>
            </a:r>
          </a:p>
          <a:p>
            <a:r>
              <a:t>Visitors praised local cuisine, beaches, museums and public transport.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Doctors recommend regular exercise, balanced nutrition and quality sleep.</a:t>
            </a:r>
          </a:p>
          <a:p>
            <a:r>
              <a:t>Doctors recommend regular exercise, balanced nutrition and quality sleep.</a:t>
            </a:r>
          </a:p>
          <a:p>
            <a:r>
              <a:t>Doctors recommend regular exercise, balanced nutrition and quality sleep.</a:t>
            </a:r>
          </a:p>
          <a:p>
            <a:r>
              <a:t>Doctors recommend regular exercise, balanced nutrition and quality sleep.</a:t>
            </a:r>
          </a:p>
          <a:p>
            <a:r>
              <a:t>Doctors recommend regular exercise, balanced nutrition and quality sleep.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